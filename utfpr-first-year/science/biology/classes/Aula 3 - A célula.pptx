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0" r:id="rId4"/>
    <p:sldId id="257" r:id="rId5"/>
    <p:sldId id="261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A8568-D311-41CC-8F30-2BA35FC8C66A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276B5-2B26-4F23-B37E-84C11C40D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946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8494A-0D26-4D39-B21C-C5DAEC719D0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0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45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01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807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1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75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24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445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9615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529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94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85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BB3D1-B0EC-4781-9DA5-60182F8CA58F}" type="datetimeFigureOut">
              <a:rPr lang="pt-BR" smtClean="0"/>
              <a:t>18/04/2023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A9C11-0BA2-4BA5-81F7-B60E0F1859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75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youtu.be/DOVMuff3P7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/>
          <p:cNvSpPr>
            <a:spLocks noGrp="1"/>
          </p:cNvSpPr>
          <p:nvPr>
            <p:ph type="ctrTitle"/>
          </p:nvPr>
        </p:nvSpPr>
        <p:spPr>
          <a:xfrm>
            <a:off x="1703388" y="2613037"/>
            <a:ext cx="8398731" cy="1470025"/>
          </a:xfrm>
        </p:spPr>
        <p:txBody>
          <a:bodyPr>
            <a:normAutofit/>
          </a:bodyPr>
          <a:lstStyle/>
          <a:p>
            <a:r>
              <a:rPr lang="pt-BR" altLang="pt-BR" dirty="0" smtClean="0"/>
              <a:t>A célula</a:t>
            </a:r>
            <a:endParaRPr lang="pt-BR" altLang="pt-BR" dirty="0" smtClean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06742" y="5426835"/>
            <a:ext cx="6400800" cy="1752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dirty="0"/>
              <a:t>Prof.</a:t>
            </a:r>
            <a:r>
              <a:rPr lang="pt-BR" baseline="30000" dirty="0"/>
              <a:t>a</a:t>
            </a:r>
            <a:r>
              <a:rPr lang="pt-BR" dirty="0"/>
              <a:t> </a:t>
            </a:r>
            <a:r>
              <a:rPr lang="pt-BR" dirty="0" err="1"/>
              <a:t>Dr.</a:t>
            </a:r>
            <a:r>
              <a:rPr lang="pt-BR" baseline="30000" dirty="0" err="1"/>
              <a:t>a</a:t>
            </a:r>
            <a:r>
              <a:rPr lang="pt-BR" baseline="30000" dirty="0"/>
              <a:t> </a:t>
            </a:r>
            <a:r>
              <a:rPr lang="pt-BR" dirty="0"/>
              <a:t>Sara Tatiana </a:t>
            </a:r>
            <a:r>
              <a:rPr lang="pt-BR" dirty="0" smtClean="0"/>
              <a:t>Moreira</a:t>
            </a:r>
            <a:endParaRPr lang="pt-BR" dirty="0"/>
          </a:p>
          <a:p>
            <a:pPr>
              <a:defRPr/>
            </a:pPr>
            <a:r>
              <a:rPr lang="pt-BR" dirty="0" smtClean="0"/>
              <a:t>Biologia 1</a:t>
            </a:r>
            <a:endParaRPr lang="pt-BR" dirty="0"/>
          </a:p>
          <a:p>
            <a:pPr>
              <a:defRPr/>
            </a:pPr>
            <a:r>
              <a:rPr lang="pt-BR" dirty="0" smtClean="0"/>
              <a:t>UTFPR </a:t>
            </a:r>
            <a:r>
              <a:rPr lang="pt-BR" dirty="0"/>
              <a:t>– </a:t>
            </a:r>
            <a:r>
              <a:rPr lang="pt-BR" dirty="0" smtClean="0"/>
              <a:t>Câmpus Campo Mourão</a:t>
            </a:r>
            <a:endParaRPr lang="pt-BR" dirty="0"/>
          </a:p>
        </p:txBody>
      </p:sp>
      <p:pic>
        <p:nvPicPr>
          <p:cNvPr id="3076" name="Imagem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88914"/>
            <a:ext cx="1662112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Imagem 5" descr="Logo_Final%20UTFPR%20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163" y="476250"/>
            <a:ext cx="2767012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2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73"/>
    </mc:Choice>
    <mc:Fallback xmlns="">
      <p:transition spd="slow" advTm="1667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 smtClean="0"/>
              <a:t>Descoberta de estruturas invisíveis a olho nu: as células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No passado não era conhecido o agente que causava muitas doenças ou mesmo a estrutura básica dos seres vivos!</a:t>
            </a:r>
            <a:endParaRPr lang="pt-BR" dirty="0"/>
          </a:p>
        </p:txBody>
      </p:sp>
      <p:pic>
        <p:nvPicPr>
          <p:cNvPr id="1026" name="Picture 2" descr="Texto 1 – Origem e significado da Compartimentalização da Célula Eucariót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29" y="3226557"/>
            <a:ext cx="4762500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5196205" y="3004115"/>
            <a:ext cx="359359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 smtClean="0"/>
              <a:t>A </a:t>
            </a:r>
            <a:r>
              <a:rPr lang="pt-BR" sz="2200" dirty="0"/>
              <a:t>teoria celular foi elaborada pelo cientista Robert </a:t>
            </a:r>
            <a:r>
              <a:rPr lang="pt-BR" sz="2200" dirty="0" err="1"/>
              <a:t>Hooke</a:t>
            </a:r>
            <a:r>
              <a:rPr lang="pt-BR" sz="2200" dirty="0"/>
              <a:t>, no ano de 1665. </a:t>
            </a:r>
            <a:endParaRPr lang="pt-BR" sz="2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 smtClean="0"/>
              <a:t>A célula corresponde </a:t>
            </a:r>
            <a:r>
              <a:rPr lang="pt-BR" sz="2200" dirty="0"/>
              <a:t>a menor unidade da vida. </a:t>
            </a:r>
            <a:endParaRPr lang="pt-BR" sz="2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 err="1" smtClean="0"/>
              <a:t>Hooke</a:t>
            </a:r>
            <a:r>
              <a:rPr lang="pt-BR" sz="2200" dirty="0" smtClean="0"/>
              <a:t> </a:t>
            </a:r>
            <a:r>
              <a:rPr lang="pt-BR" sz="2200" dirty="0"/>
              <a:t>chegou a essa conclusão após observar cortes de cortiça com o auxílio de um microscópio.</a:t>
            </a:r>
          </a:p>
        </p:txBody>
      </p:sp>
      <p:pic>
        <p:nvPicPr>
          <p:cNvPr id="1028" name="Picture 4" descr="Robert Hooke – Wikipédia, a enciclopédia liv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673" y="2866955"/>
            <a:ext cx="2968498" cy="353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 smtClean="0"/>
              <a:t>Os animálculos de </a:t>
            </a:r>
            <a:r>
              <a:rPr lang="pt-BR" sz="4000" dirty="0"/>
              <a:t>Antony Van </a:t>
            </a:r>
            <a:r>
              <a:rPr lang="pt-BR" sz="4000" dirty="0" err="1"/>
              <a:t>Leeuwenhoek</a:t>
            </a:r>
            <a:r>
              <a:rPr lang="pt-BR" sz="4000" dirty="0"/>
              <a:t> 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Em 1674 </a:t>
            </a:r>
            <a:r>
              <a:rPr lang="pt-BR" dirty="0"/>
              <a:t>o alemão Antony Van </a:t>
            </a:r>
            <a:r>
              <a:rPr lang="pt-BR" dirty="0" err="1" smtClean="0"/>
              <a:t>Leeuwenhoek</a:t>
            </a:r>
            <a:r>
              <a:rPr lang="pt-BR" dirty="0" smtClean="0"/>
              <a:t>, que vendia lentes para corrigir problemas de visão,</a:t>
            </a:r>
            <a:r>
              <a:rPr lang="pt-BR" dirty="0"/>
              <a:t> criou </a:t>
            </a:r>
            <a:r>
              <a:rPr lang="pt-BR" dirty="0" smtClean="0"/>
              <a:t>seu microscópio e usou-o para </a:t>
            </a:r>
            <a:r>
              <a:rPr lang="pt-BR" dirty="0"/>
              <a:t>observar pequenos seres, em amostras de solo, rio, saliva e fezes, dos quais ele nomeou como “animálculos”.</a:t>
            </a:r>
          </a:p>
        </p:txBody>
      </p:sp>
      <p:pic>
        <p:nvPicPr>
          <p:cNvPr id="2050" name="Picture 2" descr="QUINTAIS IMORTAIS: O mundo invisível desvendado. A invenção do microscóp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17" y="4103122"/>
            <a:ext cx="5238750" cy="237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El Biólogo Historiador - Animálculos de Anton van Leeuwenhoek (1683). | 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4" name="Picture 6" descr="La impresionante historia de Anton van Leeuwenhoek, el &quot;descubridor&quot; de los  espermatozoides (y su peculiar reacción al conseguirlo) - BBC News Mund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527" y="3046895"/>
            <a:ext cx="2999233" cy="373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NTONIE VAN LEEUWENHOEK - CIENTISTA HOLANDÊS - CityGlobeTour™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173" y="3722724"/>
            <a:ext cx="2256090" cy="260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976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História da invenção do microscópio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>
                <a:hlinkClick r:id="rId2"/>
              </a:rPr>
              <a:t>https://youtu.be/DOVMuff3P7I</a:t>
            </a:r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5" y="2779788"/>
            <a:ext cx="6489573" cy="366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Células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523744"/>
            <a:ext cx="5836920" cy="3518282"/>
          </a:xfrm>
        </p:spPr>
        <p:txBody>
          <a:bodyPr/>
          <a:lstStyle/>
          <a:p>
            <a:r>
              <a:rPr lang="pt-BR" dirty="0" smtClean="0"/>
              <a:t>São a unidade fundamental de todo ser vivo.</a:t>
            </a:r>
          </a:p>
          <a:p>
            <a:r>
              <a:rPr lang="pt-BR" dirty="0" smtClean="0"/>
              <a:t>É a menor estrutura viva em que as reações metabólicas acontecem de forma organizada e eficiente.</a:t>
            </a:r>
          </a:p>
          <a:p>
            <a:endParaRPr lang="pt-BR" dirty="0"/>
          </a:p>
        </p:txBody>
      </p:sp>
      <p:pic>
        <p:nvPicPr>
          <p:cNvPr id="3074" name="Picture 2" descr="uma célula animal é um tipo de célula eucariótica. 17695134 Vetor no  Vecteez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711" y="2084831"/>
            <a:ext cx="3848735" cy="384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38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07848" y="255080"/>
            <a:ext cx="10515600" cy="4351338"/>
          </a:xfrm>
        </p:spPr>
        <p:txBody>
          <a:bodyPr/>
          <a:lstStyle/>
          <a:p>
            <a:r>
              <a:rPr lang="pt-BR" dirty="0" smtClean="0"/>
              <a:t>Há seres unicelulares e pluricelulares.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1" y="874713"/>
            <a:ext cx="8291702" cy="465920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691" y="5826761"/>
            <a:ext cx="85534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54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Unicelular e procarioto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3680"/>
            <a:ext cx="10783824" cy="4975227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569976" y="296265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Nucleoide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3956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ferença entre células procarióticas e eucarióticas - Mundo Educaçã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04" y="509947"/>
            <a:ext cx="9522079" cy="634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Procarioto x Eucarioto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6573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Célula vegetal, o mesmo projeto básico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7597"/>
            <a:ext cx="10634472" cy="534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0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10664951" cy="700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292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112</Words>
  <Application>Microsoft Office PowerPoint</Application>
  <PresentationFormat>Widescreen</PresentationFormat>
  <Paragraphs>22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A célula</vt:lpstr>
      <vt:lpstr>Descoberta de estruturas invisíveis a olho nu: as células</vt:lpstr>
      <vt:lpstr>Os animálculos de Antony Van Leeuwenhoek </vt:lpstr>
      <vt:lpstr>História da invenção do microscópio</vt:lpstr>
      <vt:lpstr>Células</vt:lpstr>
      <vt:lpstr>Apresentação do PowerPoint</vt:lpstr>
      <vt:lpstr>Unicelular e procarioto</vt:lpstr>
      <vt:lpstr>Procarioto x Eucarioto</vt:lpstr>
      <vt:lpstr>Célula vegetal, o mesmo projeto básico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célula</dc:title>
  <dc:creator>Sara Moreira</dc:creator>
  <cp:lastModifiedBy>Sara Moreira</cp:lastModifiedBy>
  <cp:revision>7</cp:revision>
  <dcterms:created xsi:type="dcterms:W3CDTF">2023-04-18T14:23:20Z</dcterms:created>
  <dcterms:modified xsi:type="dcterms:W3CDTF">2023-04-18T15:04:28Z</dcterms:modified>
</cp:coreProperties>
</file>