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2" r:id="rId3"/>
    <p:sldId id="263" r:id="rId4"/>
    <p:sldId id="257" r:id="rId5"/>
    <p:sldId id="258" r:id="rId6"/>
    <p:sldId id="260" r:id="rId7"/>
    <p:sldId id="265" r:id="rId8"/>
    <p:sldId id="266" r:id="rId9"/>
    <p:sldId id="264" r:id="rId10"/>
    <p:sldId id="261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415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50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9085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224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9163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3142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28523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4637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4608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3631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5526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1932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26441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1747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5807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78823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0244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08D6BE16-187A-4C48-AFAE-67FDDADCC867}" type="datetimeFigureOut">
              <a:rPr lang="pt-BR" smtClean="0"/>
              <a:t>14/04/2022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EC36AF0-294B-4845-89E7-1BE55F598DE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2513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ca.wikipedia.org/wiki/Voleibol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" Target="slide1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snYfxZwAHsg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icaseducacaofisica.info/resumo-dos-fundamentos-do-voleibol/" TargetMode="External"/><Relationship Id="rId2" Type="http://schemas.openxmlformats.org/officeDocument/2006/relationships/hyperlink" Target="https://jogarvolei.com/treino/fundamentos-do-voleibol-toque-levantamento-posicao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B82C71-7E41-4666-BA04-718F0C9B3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r"/>
            <a:r>
              <a:rPr lang="pt-BR" b="1" dirty="0"/>
              <a:t>TOQUE</a:t>
            </a:r>
            <a:r>
              <a:rPr lang="pt-BR" dirty="0"/>
              <a:t>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BF49983-F2F1-4470-8ABD-165C835B06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4AFCE2F-95E0-4AC7-8C38-61D0CE9D5444}"/>
              </a:ext>
            </a:extLst>
          </p:cNvPr>
          <p:cNvSpPr txBox="1"/>
          <p:nvPr/>
        </p:nvSpPr>
        <p:spPr>
          <a:xfrm>
            <a:off x="2366445" y="6627168"/>
            <a:ext cx="525524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dirty="0">
                <a:hlinkClick r:id="rId3" tooltip="http://ca.wikipedia.org/wiki/Voleibol"/>
              </a:rPr>
              <a:t>Esta Foto</a:t>
            </a:r>
            <a:r>
              <a:rPr lang="pt-BR" sz="900" dirty="0"/>
              <a:t> de Autor Desconhecido está licenciado em </a:t>
            </a:r>
            <a:r>
              <a:rPr lang="pt-BR" sz="900" dirty="0">
                <a:hlinkClick r:id="rId4" tooltip="https://creativecommons.org/licenses/by-sa/3.0/"/>
              </a:rPr>
              <a:t>CC BY-SA</a:t>
            </a:r>
            <a:endParaRPr lang="pt-BR" sz="900" dirty="0"/>
          </a:p>
        </p:txBody>
      </p:sp>
    </p:spTree>
    <p:extLst>
      <p:ext uri="{BB962C8B-B14F-4D97-AF65-F5344CB8AC3E}">
        <p14:creationId xmlns:p14="http://schemas.microsoft.com/office/powerpoint/2010/main" val="52578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52560-FA6E-4A38-9263-CDDEDD66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Quando ele é utilizado?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0204C6-BD55-42B3-A860-A8E0E1D00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8443" y="2846042"/>
            <a:ext cx="10233800" cy="4351338"/>
          </a:xfrm>
        </p:spPr>
        <p:txBody>
          <a:bodyPr/>
          <a:lstStyle/>
          <a:p>
            <a:r>
              <a:rPr lang="pt-BR" sz="4000" b="1" dirty="0"/>
              <a:t>Preparação de ataques; </a:t>
            </a:r>
          </a:p>
          <a:p>
            <a:r>
              <a:rPr lang="pt-BR" sz="4000" b="1" dirty="0"/>
              <a:t>Quando a bola vem alta; 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7893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8F9D5-9D2E-4F15-AA4E-C2B4466A6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usamos o toque?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FCD6F6-CA12-4B35-8D33-2C778BD12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5687" y="2506662"/>
            <a:ext cx="10233800" cy="4351338"/>
          </a:xfrm>
        </p:spPr>
        <p:txBody>
          <a:bodyPr>
            <a:normAutofit/>
          </a:bodyPr>
          <a:lstStyle/>
          <a:p>
            <a:pPr algn="ctr"/>
            <a:r>
              <a:rPr lang="pt-BR" sz="4800" b="1" dirty="0"/>
              <a:t>PRECISÃO</a:t>
            </a:r>
          </a:p>
        </p:txBody>
      </p:sp>
    </p:spTree>
    <p:extLst>
      <p:ext uri="{BB962C8B-B14F-4D97-AF65-F5344CB8AC3E}">
        <p14:creationId xmlns:p14="http://schemas.microsoft.com/office/powerpoint/2010/main" val="1123586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0C658F-C270-4BA5-ACE2-71E0CCA18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6461" y="365125"/>
            <a:ext cx="5257800" cy="1325563"/>
          </a:xfrm>
        </p:spPr>
        <p:txBody>
          <a:bodyPr/>
          <a:lstStyle/>
          <a:p>
            <a:r>
              <a:rPr lang="pt-BR" dirty="0"/>
              <a:t>A TÉCNICA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AD18A36-7D6B-42BF-A66C-02A07B88F6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696" y="2141537"/>
            <a:ext cx="7113104" cy="4351338"/>
          </a:xfrm>
        </p:spPr>
        <p:txBody>
          <a:bodyPr/>
          <a:lstStyle/>
          <a:p>
            <a:r>
              <a:rPr lang="pt-BR" b="1" dirty="0"/>
              <a:t>A bola tem contato apenas com as </a:t>
            </a:r>
            <a:r>
              <a:rPr lang="pt-BR" b="1" dirty="0">
                <a:hlinkClick r:id="rId2" action="ppaction://hlinksldjump"/>
              </a:rPr>
              <a:t>falanges distais dos dedos. </a:t>
            </a:r>
            <a:r>
              <a:rPr lang="pt-BR" b="1" dirty="0"/>
              <a:t>A palma da mão não tem contato com a bola. </a:t>
            </a:r>
          </a:p>
          <a:p>
            <a:endParaRPr lang="pt-BR" b="1" dirty="0"/>
          </a:p>
          <a:p>
            <a:r>
              <a:rPr lang="pt-BR" b="1" dirty="0"/>
              <a:t>Os polegares, indicadores e médio tem maior contato com a bola. </a:t>
            </a:r>
          </a:p>
          <a:p>
            <a:endParaRPr lang="pt-BR" b="1" dirty="0"/>
          </a:p>
          <a:p>
            <a:r>
              <a:rPr lang="pt-BR" b="1" dirty="0"/>
              <a:t>Mão se posiciona acima da cabeça. 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026" name="Picture 2" descr="Fundamentos do voleibol - posicionamento dos cotovelos">
            <a:extLst>
              <a:ext uri="{FF2B5EF4-FFF2-40B4-BE49-F238E27FC236}">
                <a16:creationId xmlns:a16="http://schemas.microsoft.com/office/drawing/2014/main" id="{1CFB42F7-1849-40D8-BFD5-B20CC9A4D2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324"/>
          <a:stretch/>
        </p:blipFill>
        <p:spPr bwMode="auto">
          <a:xfrm>
            <a:off x="0" y="0"/>
            <a:ext cx="3859213" cy="6492875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303B09E2-F8E0-436B-9F89-2880C1BAB968}"/>
              </a:ext>
            </a:extLst>
          </p:cNvPr>
          <p:cNvSpPr txBox="1"/>
          <p:nvPr/>
        </p:nvSpPr>
        <p:spPr>
          <a:xfrm>
            <a:off x="0" y="6511955"/>
            <a:ext cx="4687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https://jogarvolei.com/treino/fundamentos-do-voleibol-toque-levantamento-posicao/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6994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C9081-7218-4AFD-8A7D-9161C8C80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7E8A91-2144-4FAC-86EB-4E5EE1E81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1715" y="5913348"/>
            <a:ext cx="6114297" cy="871330"/>
          </a:xfrm>
        </p:spPr>
        <p:txBody>
          <a:bodyPr>
            <a:normAutofit/>
          </a:bodyPr>
          <a:lstStyle/>
          <a:p>
            <a:r>
              <a:rPr lang="pt-BR" b="1" dirty="0"/>
              <a:t>Dedos formam um triângulo. </a:t>
            </a:r>
          </a:p>
          <a:p>
            <a:endParaRPr lang="pt-BR" dirty="0"/>
          </a:p>
        </p:txBody>
      </p:sp>
      <p:pic>
        <p:nvPicPr>
          <p:cNvPr id="4" name="Picture 4" descr="Fundamentos do voleibol - posicionamento dos dedos e mãos">
            <a:extLst>
              <a:ext uri="{FF2B5EF4-FFF2-40B4-BE49-F238E27FC236}">
                <a16:creationId xmlns:a16="http://schemas.microsoft.com/office/drawing/2014/main" id="{358D1CCE-D5BE-4D09-846A-67FE3C1106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858"/>
          <a:stretch/>
        </p:blipFill>
        <p:spPr bwMode="auto">
          <a:xfrm>
            <a:off x="974035" y="0"/>
            <a:ext cx="10243930" cy="5548223"/>
          </a:xfrm>
          <a:prstGeom prst="rect">
            <a:avLst/>
          </a:prstGeom>
          <a:noFill/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B8FE9D2-2E5C-4DE6-9F73-3A4000DC0AB6}"/>
              </a:ext>
            </a:extLst>
          </p:cNvPr>
          <p:cNvSpPr txBox="1"/>
          <p:nvPr/>
        </p:nvSpPr>
        <p:spPr>
          <a:xfrm>
            <a:off x="917964" y="5548223"/>
            <a:ext cx="46875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https://jogarvolei.com/treino/fundamentos-do-voleibol-toque-levantamento-posicao/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93487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91AD6-B180-4887-88F7-58548388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17" y="-36044"/>
            <a:ext cx="11975753" cy="1325563"/>
          </a:xfrm>
        </p:spPr>
        <p:txBody>
          <a:bodyPr>
            <a:normAutofit fontScale="90000"/>
          </a:bodyPr>
          <a:lstStyle/>
          <a:p>
            <a:r>
              <a:rPr lang="pt-BR" b="1" dirty="0"/>
              <a:t>Efeito mola – Flexão e Extensão do corpo</a:t>
            </a:r>
          </a:p>
        </p:txBody>
      </p:sp>
      <p:pic>
        <p:nvPicPr>
          <p:cNvPr id="2050" name="Picture 2" descr="Fundamentos do Voleibol: Os Fundamentos Técnicos do Voleibol">
            <a:extLst>
              <a:ext uri="{FF2B5EF4-FFF2-40B4-BE49-F238E27FC236}">
                <a16:creationId xmlns:a16="http://schemas.microsoft.com/office/drawing/2014/main" id="{4990DCF7-44BF-4E17-B672-D3A6ED9A9CB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5528" y="1817016"/>
            <a:ext cx="7666472" cy="4674678"/>
          </a:xfrm>
          <a:prstGeom prst="rect">
            <a:avLst/>
          </a:prstGeom>
          <a:noFill/>
          <a:effectLst>
            <a:softEdge rad="127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BEC05E0-9A1A-4714-969B-2D23FC21AC24}"/>
              </a:ext>
            </a:extLst>
          </p:cNvPr>
          <p:cNvSpPr txBox="1"/>
          <p:nvPr/>
        </p:nvSpPr>
        <p:spPr>
          <a:xfrm>
            <a:off x="96977" y="1817016"/>
            <a:ext cx="430928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/>
              <a:t>Braços flexionados. </a:t>
            </a:r>
          </a:p>
          <a:p>
            <a:endParaRPr lang="pt-BR" sz="32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/>
              <a:t>Equilíbrio melhor se um pé estiver um pouco à frente. </a:t>
            </a:r>
          </a:p>
          <a:p>
            <a:endParaRPr lang="pt-BR" sz="32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3200" b="1" dirty="0"/>
              <a:t>Flexiona pernas e braços. Estica tudo. Efeito mola.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4726E65-6DC0-4EC0-A7AF-DE5CF209C597}"/>
              </a:ext>
            </a:extLst>
          </p:cNvPr>
          <p:cNvSpPr txBox="1"/>
          <p:nvPr/>
        </p:nvSpPr>
        <p:spPr>
          <a:xfrm>
            <a:off x="4412973" y="5889450"/>
            <a:ext cx="42226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https://www.dicaseducacaofisica.info/resumo-dos-fundamentos-do-voleibol/</a:t>
            </a:r>
          </a:p>
        </p:txBody>
      </p:sp>
    </p:spTree>
    <p:extLst>
      <p:ext uri="{BB962C8B-B14F-4D97-AF65-F5344CB8AC3E}">
        <p14:creationId xmlns:p14="http://schemas.microsoft.com/office/powerpoint/2010/main" val="2669779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6B3BC6-8441-48E6-9EA4-197C81A13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Sistema 4 x 2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539DC2-35C5-486D-A2FC-36964BEFB6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0000" y="1825625"/>
            <a:ext cx="10233800" cy="2521088"/>
          </a:xfrm>
        </p:spPr>
        <p:txBody>
          <a:bodyPr/>
          <a:lstStyle/>
          <a:p>
            <a:r>
              <a:rPr lang="pt-BR" dirty="0"/>
              <a:t>Significa 4 atacantes e 2 levantadores</a:t>
            </a:r>
          </a:p>
          <a:p>
            <a:r>
              <a:rPr lang="pt-BR" dirty="0"/>
              <a:t>Usado em equipes iniciantes</a:t>
            </a:r>
          </a:p>
          <a:p>
            <a:r>
              <a:rPr lang="pt-BR" dirty="0"/>
              <a:t>Importante porque sempre deixa um especialista em levantamentos na área de ataque</a:t>
            </a:r>
          </a:p>
        </p:txBody>
      </p:sp>
    </p:spTree>
    <p:extLst>
      <p:ext uri="{BB962C8B-B14F-4D97-AF65-F5344CB8AC3E}">
        <p14:creationId xmlns:p14="http://schemas.microsoft.com/office/powerpoint/2010/main" val="296514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992F01EE-3000-44FC-8683-81D51A3857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34342404"/>
              </p:ext>
            </p:extLst>
          </p:nvPr>
        </p:nvGraphicFramePr>
        <p:xfrm>
          <a:off x="1120775" y="237295"/>
          <a:ext cx="10233024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1363761701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3351163867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9969668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r>
                        <a:rPr lang="pt-BR" dirty="0"/>
                        <a:t>A1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53034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r>
                        <a:rPr lang="pt-BR" dirty="0"/>
                        <a:t>A4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11341"/>
                  </a:ext>
                </a:extLst>
              </a:tr>
            </a:tbl>
          </a:graphicData>
        </a:graphic>
      </p:graphicFrame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7F5C0210-3750-4099-A0A6-C07AD9DB73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62445382"/>
              </p:ext>
            </p:extLst>
          </p:nvPr>
        </p:nvGraphicFramePr>
        <p:xfrm>
          <a:off x="1120775" y="1899098"/>
          <a:ext cx="10233024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1363761701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3351163867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9969668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A4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A1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L1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53034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L2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11341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151FAC25-CCEE-44A2-87D0-759D9DAD033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53876923"/>
              </p:ext>
            </p:extLst>
          </p:nvPr>
        </p:nvGraphicFramePr>
        <p:xfrm>
          <a:off x="1120775" y="3677305"/>
          <a:ext cx="10233024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1363761701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3351163867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9969668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L2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A4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A1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53034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A3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A2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L1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11341"/>
                  </a:ext>
                </a:extLst>
              </a:tr>
            </a:tbl>
          </a:graphicData>
        </a:graphic>
      </p:graphicFrame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A6B252E-FC54-4B9D-AF73-1E505FF1D7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36017411"/>
              </p:ext>
            </p:extLst>
          </p:nvPr>
        </p:nvGraphicFramePr>
        <p:xfrm>
          <a:off x="1120775" y="5455512"/>
          <a:ext cx="10233024" cy="1325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11008">
                  <a:extLst>
                    <a:ext uri="{9D8B030D-6E8A-4147-A177-3AD203B41FA5}">
                      <a16:colId xmlns:a16="http://schemas.microsoft.com/office/drawing/2014/main" val="1363761701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3351163867"/>
                    </a:ext>
                  </a:extLst>
                </a:gridCol>
                <a:gridCol w="3411008">
                  <a:extLst>
                    <a:ext uri="{9D8B030D-6E8A-4147-A177-3AD203B41FA5}">
                      <a16:colId xmlns:a16="http://schemas.microsoft.com/office/drawing/2014/main" val="2099696688"/>
                    </a:ext>
                  </a:extLst>
                </a:gridCol>
              </a:tblGrid>
              <a:tr h="6627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A3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L2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A4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9453034"/>
                  </a:ext>
                </a:extLst>
              </a:tr>
              <a:tr h="662782">
                <a:tc>
                  <a:txBody>
                    <a:bodyPr/>
                    <a:lstStyle/>
                    <a:p>
                      <a:r>
                        <a:rPr lang="pt-BR" dirty="0"/>
                        <a:t>A2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L1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/>
                        <a:t>A1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8811341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3AECC5F-773F-42D8-A7F1-700BF8B84B5C}"/>
              </a:ext>
            </a:extLst>
          </p:cNvPr>
          <p:cNvSpPr txBox="1"/>
          <p:nvPr/>
        </p:nvSpPr>
        <p:spPr>
          <a:xfrm>
            <a:off x="357809" y="636104"/>
            <a:ext cx="384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7B0006D-CF7E-4D6E-A1DE-4F44401A12BB}"/>
              </a:ext>
            </a:extLst>
          </p:cNvPr>
          <p:cNvSpPr txBox="1"/>
          <p:nvPr/>
        </p:nvSpPr>
        <p:spPr>
          <a:xfrm>
            <a:off x="357809" y="2377214"/>
            <a:ext cx="32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9315C7-885B-4A96-B280-6D063EC64CB5}"/>
              </a:ext>
            </a:extLst>
          </p:cNvPr>
          <p:cNvSpPr txBox="1"/>
          <p:nvPr/>
        </p:nvSpPr>
        <p:spPr>
          <a:xfrm>
            <a:off x="351182" y="4250668"/>
            <a:ext cx="32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02935D-4327-45CB-B74B-77BA61BAFD47}"/>
              </a:ext>
            </a:extLst>
          </p:cNvPr>
          <p:cNvSpPr txBox="1"/>
          <p:nvPr/>
        </p:nvSpPr>
        <p:spPr>
          <a:xfrm>
            <a:off x="351181" y="5933628"/>
            <a:ext cx="3246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id="{16893D94-B16A-44D0-97F6-E77EDEEAECE2}"/>
              </a:ext>
            </a:extLst>
          </p:cNvPr>
          <p:cNvSpPr/>
          <p:nvPr/>
        </p:nvSpPr>
        <p:spPr>
          <a:xfrm>
            <a:off x="4559713" y="900077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D0580AE2-1F61-4158-BB56-EF89954F6D37}"/>
              </a:ext>
            </a:extLst>
          </p:cNvPr>
          <p:cNvSpPr/>
          <p:nvPr/>
        </p:nvSpPr>
        <p:spPr>
          <a:xfrm>
            <a:off x="4559714" y="237295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57F82C24-1B3B-47C8-A3FD-209BA854C4C0}"/>
              </a:ext>
            </a:extLst>
          </p:cNvPr>
          <p:cNvSpPr/>
          <p:nvPr/>
        </p:nvSpPr>
        <p:spPr>
          <a:xfrm>
            <a:off x="1120775" y="2584530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CC83F1AE-4CB4-4D73-953B-084673DCC81A}"/>
              </a:ext>
            </a:extLst>
          </p:cNvPr>
          <p:cNvSpPr/>
          <p:nvPr/>
        </p:nvSpPr>
        <p:spPr>
          <a:xfrm>
            <a:off x="7932391" y="1899098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A51483AC-5A43-49CC-9418-2E1D3F51C1DF}"/>
              </a:ext>
            </a:extLst>
          </p:cNvPr>
          <p:cNvSpPr/>
          <p:nvPr/>
        </p:nvSpPr>
        <p:spPr>
          <a:xfrm>
            <a:off x="7932391" y="4340087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293BE75A-6600-42D8-8FAE-4BBF9F08AAEC}"/>
              </a:ext>
            </a:extLst>
          </p:cNvPr>
          <p:cNvSpPr/>
          <p:nvPr/>
        </p:nvSpPr>
        <p:spPr>
          <a:xfrm>
            <a:off x="1120774" y="3710689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6F2F2E3B-5CBB-4B41-87AF-49039F9C8B8D}"/>
              </a:ext>
            </a:extLst>
          </p:cNvPr>
          <p:cNvSpPr/>
          <p:nvPr/>
        </p:nvSpPr>
        <p:spPr>
          <a:xfrm>
            <a:off x="4559712" y="5455512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05577ABB-00C9-4281-9BCD-EBC7E0C75A4F}"/>
              </a:ext>
            </a:extLst>
          </p:cNvPr>
          <p:cNvSpPr/>
          <p:nvPr/>
        </p:nvSpPr>
        <p:spPr>
          <a:xfrm>
            <a:off x="4494415" y="6128727"/>
            <a:ext cx="384313" cy="398809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2846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0CC8F7-A7FF-4AB9-A998-49CCEE994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Vídeo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ED94B5-801D-4A6E-845A-C894F5009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https://www.youtube.com/watch?v=snYfxZwAHsg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3984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C4CA7B-2C6C-44FC-B682-4A35FD8AD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Leituras Adicionais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67E932-3810-4BBA-B06B-B875D5DA39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2"/>
              </a:rPr>
              <a:t>https://jogarvolei.com/treino/fundamentos-do-voleibol-toque-levantamento-posicao/</a:t>
            </a:r>
            <a:endParaRPr lang="pt-BR" dirty="0"/>
          </a:p>
          <a:p>
            <a:endParaRPr lang="pt-BR" dirty="0"/>
          </a:p>
          <a:p>
            <a:r>
              <a:rPr lang="pt-BR" dirty="0">
                <a:hlinkClick r:id="rId3"/>
              </a:rPr>
              <a:t>https://www.dicaseducacaofisica.info/resumo-dos-fundamentos-do-voleibol/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93547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1FF3CA-CBB0-4DFD-93AC-A3AC71D94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492DD2-09DD-4BDC-AE5C-5DB4BDF79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026" name="Picture 2" descr="Ossos da mão: função, nomes e localização | Anatomia - Toda Matéria">
            <a:extLst>
              <a:ext uri="{FF2B5EF4-FFF2-40B4-BE49-F238E27FC236}">
                <a16:creationId xmlns:a16="http://schemas.microsoft.com/office/drawing/2014/main" id="{A1791B49-FDE1-432E-8662-A27696124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28625"/>
            <a:ext cx="11430000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5A3EEEF-0612-4B16-AC1E-29EFCC35496F}"/>
              </a:ext>
            </a:extLst>
          </p:cNvPr>
          <p:cNvSpPr txBox="1"/>
          <p:nvPr/>
        </p:nvSpPr>
        <p:spPr>
          <a:xfrm>
            <a:off x="381000" y="6429375"/>
            <a:ext cx="27606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dirty="0"/>
              <a:t>https://www.todamateria.com.br/ossos-da-mao/</a:t>
            </a:r>
          </a:p>
        </p:txBody>
      </p:sp>
      <p:sp>
        <p:nvSpPr>
          <p:cNvPr id="5" name="CaixaDeTexto 4">
            <a:hlinkClick r:id="rId3" action="ppaction://hlinksldjump"/>
            <a:extLst>
              <a:ext uri="{FF2B5EF4-FFF2-40B4-BE49-F238E27FC236}">
                <a16:creationId xmlns:a16="http://schemas.microsoft.com/office/drawing/2014/main" id="{6D8DA55B-9235-43F5-A2CC-2A05BC5E1CC5}"/>
              </a:ext>
            </a:extLst>
          </p:cNvPr>
          <p:cNvSpPr txBox="1"/>
          <p:nvPr/>
        </p:nvSpPr>
        <p:spPr>
          <a:xfrm>
            <a:off x="10469217" y="6082748"/>
            <a:ext cx="1341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RETORNAR</a:t>
            </a:r>
          </a:p>
        </p:txBody>
      </p:sp>
    </p:spTree>
    <p:extLst>
      <p:ext uri="{BB962C8B-B14F-4D97-AF65-F5344CB8AC3E}">
        <p14:creationId xmlns:p14="http://schemas.microsoft.com/office/powerpoint/2010/main" val="648029122"/>
      </p:ext>
    </p:extLst>
  </p:cSld>
  <p:clrMapOvr>
    <a:masterClrMapping/>
  </p:clrMapOvr>
</p:sld>
</file>

<file path=ppt/theme/theme1.xml><?xml version="1.0" encoding="utf-8"?>
<a:theme xmlns:a="http://schemas.openxmlformats.org/drawingml/2006/main" name="Profundidade">
  <a:themeElements>
    <a:clrScheme name="Profundidade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Profundidade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rofundida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TM04033923[[fn=Profundidade]]</Template>
  <TotalTime>89</TotalTime>
  <Words>249</Words>
  <Application>Microsoft Office PowerPoint</Application>
  <PresentationFormat>Widescreen</PresentationFormat>
  <Paragraphs>63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Corbel</vt:lpstr>
      <vt:lpstr>Profundidade</vt:lpstr>
      <vt:lpstr>TOQUE </vt:lpstr>
      <vt:lpstr>Quando ele é utilizado? </vt:lpstr>
      <vt:lpstr>Por que usamos o toque?</vt:lpstr>
      <vt:lpstr>A TÉCNICA</vt:lpstr>
      <vt:lpstr>Apresentação do PowerPoint</vt:lpstr>
      <vt:lpstr>Efeito mola – Flexão e Extensão do corpo</vt:lpstr>
      <vt:lpstr>Sistema 4 x 2</vt:lpstr>
      <vt:lpstr>Apresentação do PowerPoint</vt:lpstr>
      <vt:lpstr>Vídeo</vt:lpstr>
      <vt:lpstr>Leituras Adicionais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TOQUE</dc:title>
  <dc:creator>Edson China Hirata</dc:creator>
  <cp:lastModifiedBy>edson China hirata</cp:lastModifiedBy>
  <cp:revision>7</cp:revision>
  <dcterms:created xsi:type="dcterms:W3CDTF">2021-02-24T20:09:12Z</dcterms:created>
  <dcterms:modified xsi:type="dcterms:W3CDTF">2022-04-14T11:32:28Z</dcterms:modified>
</cp:coreProperties>
</file>