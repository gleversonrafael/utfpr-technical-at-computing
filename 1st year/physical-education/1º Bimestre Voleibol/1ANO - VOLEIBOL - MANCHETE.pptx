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9" r:id="rId2"/>
    <p:sldId id="257" r:id="rId3"/>
    <p:sldId id="258" r:id="rId4"/>
    <p:sldId id="261" r:id="rId5"/>
    <p:sldId id="264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500" autoAdjust="0"/>
    <p:restoredTop sz="94660"/>
  </p:normalViewPr>
  <p:slideViewPr>
    <p:cSldViewPr snapToGrid="0">
      <p:cViewPr varScale="1">
        <p:scale>
          <a:sx n="76" d="100"/>
          <a:sy n="76" d="100"/>
        </p:scale>
        <p:origin x="83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74FBB-4737-4ECD-BA43-3EFECAF42DF6}" type="datetimeFigureOut">
              <a:rPr lang="pt-BR" smtClean="0"/>
              <a:t>14/04/2022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D8086-B178-483D-A5B5-479154944B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194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74FBB-4737-4ECD-BA43-3EFECAF42DF6}" type="datetimeFigureOut">
              <a:rPr lang="pt-BR" smtClean="0"/>
              <a:t>14/04/2022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D8086-B178-483D-A5B5-479154944B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495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74FBB-4737-4ECD-BA43-3EFECAF42DF6}" type="datetimeFigureOut">
              <a:rPr lang="pt-BR" smtClean="0"/>
              <a:t>14/04/2022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D8086-B178-483D-A5B5-479154944B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0325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74FBB-4737-4ECD-BA43-3EFECAF42DF6}" type="datetimeFigureOut">
              <a:rPr lang="pt-BR" smtClean="0"/>
              <a:t>14/04/2022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D8086-B178-483D-A5B5-479154944B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703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74FBB-4737-4ECD-BA43-3EFECAF42DF6}" type="datetimeFigureOut">
              <a:rPr lang="pt-BR" smtClean="0"/>
              <a:t>14/04/2022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D8086-B178-483D-A5B5-479154944B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176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74FBB-4737-4ECD-BA43-3EFECAF42DF6}" type="datetimeFigureOut">
              <a:rPr lang="pt-BR" smtClean="0"/>
              <a:t>14/04/2022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D8086-B178-483D-A5B5-479154944B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6718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74FBB-4737-4ECD-BA43-3EFECAF42DF6}" type="datetimeFigureOut">
              <a:rPr lang="pt-BR" smtClean="0"/>
              <a:t>14/04/2022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D8086-B178-483D-A5B5-479154944B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81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74FBB-4737-4ECD-BA43-3EFECAF42DF6}" type="datetimeFigureOut">
              <a:rPr lang="pt-BR" smtClean="0"/>
              <a:t>14/04/2022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D8086-B178-483D-A5B5-479154944B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061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74FBB-4737-4ECD-BA43-3EFECAF42DF6}" type="datetimeFigureOut">
              <a:rPr lang="pt-BR" smtClean="0"/>
              <a:t>14/04/2022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D8086-B178-483D-A5B5-479154944B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9027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74FBB-4737-4ECD-BA43-3EFECAF42DF6}" type="datetimeFigureOut">
              <a:rPr lang="pt-BR" smtClean="0"/>
              <a:t>14/04/2022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D8086-B178-483D-A5B5-479154944B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2233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74FBB-4737-4ECD-BA43-3EFECAF42DF6}" type="datetimeFigureOut">
              <a:rPr lang="pt-BR" smtClean="0"/>
              <a:t>14/04/2022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D8086-B178-483D-A5B5-479154944B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51439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74FBB-4737-4ECD-BA43-3EFECAF42DF6}" type="datetimeFigureOut">
              <a:rPr lang="pt-BR" smtClean="0"/>
              <a:t>14/04/2022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D8086-B178-483D-A5B5-479154944BC9}" type="slidenum">
              <a:rPr lang="pt-BR" smtClean="0"/>
              <a:t>‹nº›</a:t>
            </a:fld>
            <a:endParaRPr lang="pt-BR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258481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74FBB-4737-4ECD-BA43-3EFECAF42DF6}" type="datetimeFigureOut">
              <a:rPr lang="pt-BR" smtClean="0"/>
              <a:t>14/04/2022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D8086-B178-483D-A5B5-479154944B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27302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74FBB-4737-4ECD-BA43-3EFECAF42DF6}" type="datetimeFigureOut">
              <a:rPr lang="pt-BR" smtClean="0"/>
              <a:t>14/04/2022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D8086-B178-483D-A5B5-479154944B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92529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74FBB-4737-4ECD-BA43-3EFECAF42DF6}" type="datetimeFigureOut">
              <a:rPr lang="pt-BR" smtClean="0"/>
              <a:t>14/04/2022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D8086-B178-483D-A5B5-479154944B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96514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74FBB-4737-4ECD-BA43-3EFECAF42DF6}" type="datetimeFigureOut">
              <a:rPr lang="pt-BR" smtClean="0"/>
              <a:t>14/04/2022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D8086-B178-483D-A5B5-479154944B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97211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74FBB-4737-4ECD-BA43-3EFECAF42DF6}" type="datetimeFigureOut">
              <a:rPr lang="pt-BR" smtClean="0"/>
              <a:t>14/04/2022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D8086-B178-483D-A5B5-479154944B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2004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C2E74FBB-4737-4ECD-BA43-3EFECAF42DF6}" type="datetimeFigureOut">
              <a:rPr lang="pt-BR" smtClean="0"/>
              <a:t>14/04/2022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C51D8086-B178-483D-A5B5-479154944B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53260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portaldoprofessor.mec.gov.br/fichaTecnicaAula.html?aula=15144" TargetMode="External"/><Relationship Id="rId2" Type="http://schemas.openxmlformats.org/officeDocument/2006/relationships/hyperlink" Target="https://www.dicaseducacaofisica.info/manchete-voleibol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C2B45EF-3677-44E6-91E6-1EB09D3C6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575346"/>
            <a:ext cx="3914422" cy="2935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1000" dirty="0"/>
              <a:t>http://www.dicionarioolimpico.com.br/voleibol/cenario/manchete</a:t>
            </a:r>
          </a:p>
        </p:txBody>
      </p:sp>
      <p:pic>
        <p:nvPicPr>
          <p:cNvPr id="1026" name="Picture 2" descr="Voleibol">
            <a:extLst>
              <a:ext uri="{FF2B5EF4-FFF2-40B4-BE49-F238E27FC236}">
                <a16:creationId xmlns:a16="http://schemas.microsoft.com/office/drawing/2014/main" id="{FF410702-6CF8-471A-9E76-33D3E6F5D5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2100" y="1104909"/>
            <a:ext cx="8213678" cy="5470437"/>
          </a:xfrm>
          <a:prstGeom prst="rect">
            <a:avLst/>
          </a:prstGeom>
          <a:noFill/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712C8FFD-F740-4195-A709-C23A38C63E8C}"/>
              </a:ext>
            </a:extLst>
          </p:cNvPr>
          <p:cNvSpPr txBox="1"/>
          <p:nvPr/>
        </p:nvSpPr>
        <p:spPr>
          <a:xfrm>
            <a:off x="4662311" y="282654"/>
            <a:ext cx="37817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000" dirty="0"/>
              <a:t>MANCHETE</a:t>
            </a:r>
          </a:p>
        </p:txBody>
      </p:sp>
    </p:spTree>
    <p:extLst>
      <p:ext uri="{BB962C8B-B14F-4D97-AF65-F5344CB8AC3E}">
        <p14:creationId xmlns:p14="http://schemas.microsoft.com/office/powerpoint/2010/main" val="449932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CBE829-9779-457F-A46A-51DFFE6AB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Quando usar?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FBB506-D745-435B-BFF2-63FD05E67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Receber um saque</a:t>
            </a:r>
          </a:p>
          <a:p>
            <a:r>
              <a:rPr lang="pt-BR" dirty="0"/>
              <a:t>Defender um ataque</a:t>
            </a:r>
          </a:p>
          <a:p>
            <a:r>
              <a:rPr lang="pt-BR" dirty="0"/>
              <a:t>Bolas baixas</a:t>
            </a:r>
          </a:p>
          <a:p>
            <a:endParaRPr lang="pt-BR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495F3B14-4BF5-41CD-B871-4EA75D88A7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6219" y="824089"/>
            <a:ext cx="7555781" cy="5352874"/>
          </a:xfrm>
          <a:prstGeom prst="rect">
            <a:avLst/>
          </a:prstGeom>
          <a:noFill/>
          <a:effectLst>
            <a:softEdge rad="635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4524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846DB6-8D15-4CB1-928C-5EC9AEEBA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Técnica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2991FAA-A3F7-491D-8D28-EAC1A2AD4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562" y="1813545"/>
            <a:ext cx="18257628" cy="6295777"/>
          </a:xfrm>
        </p:spPr>
        <p:txBody>
          <a:bodyPr/>
          <a:lstStyle/>
          <a:p>
            <a:r>
              <a:rPr lang="pt-BR" dirty="0"/>
              <a:t>Dedos e Mãos</a:t>
            </a:r>
          </a:p>
          <a:p>
            <a:r>
              <a:rPr lang="pt-BR" dirty="0"/>
              <a:t>Braços</a:t>
            </a:r>
          </a:p>
          <a:p>
            <a:endParaRPr lang="pt-BR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B1E141C-4AF0-4513-B06A-D6B882EA16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4304" y="1295204"/>
            <a:ext cx="8499676" cy="5562796"/>
          </a:xfrm>
          <a:prstGeom prst="rect">
            <a:avLst/>
          </a:prstGeom>
          <a:noFill/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352CD205-2745-4208-8C00-27BF108F77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081" r="-10714" b="-531"/>
          <a:stretch/>
        </p:blipFill>
        <p:spPr bwMode="auto">
          <a:xfrm>
            <a:off x="6096000" y="1295204"/>
            <a:ext cx="5918522" cy="5592339"/>
          </a:xfrm>
          <a:prstGeom prst="rect">
            <a:avLst/>
          </a:prstGeom>
          <a:noFill/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6481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130042-85D8-4A62-A9D0-6850C0AFF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pt-BR" dirty="0"/>
              <a:t>Por que no antebraço?</a:t>
            </a:r>
            <a:br>
              <a:rPr lang="pt-BR" dirty="0"/>
            </a:br>
            <a:endParaRPr lang="pt-BR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9DD9999E-E508-41E9-8874-DAF7B4BA4BD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1733" y="1250945"/>
            <a:ext cx="6468533" cy="5525883"/>
          </a:xfrm>
          <a:prstGeom prst="rect">
            <a:avLst/>
          </a:prstGeom>
          <a:noFill/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8245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5647FB-70B9-410E-BCF4-37CEBE97B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pt-BR" dirty="0"/>
            </a:br>
            <a:r>
              <a:rPr lang="pt-BR" dirty="0"/>
              <a:t>Erro comum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0DF5EF5-4DD1-4B62-95F8-41B2E161BC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Bater com punho/mão</a:t>
            </a:r>
          </a:p>
          <a:p>
            <a:r>
              <a:rPr lang="pt-BR" dirty="0"/>
              <a:t>Braço se movimentar para cima</a:t>
            </a:r>
          </a:p>
        </p:txBody>
      </p:sp>
    </p:spTree>
    <p:extLst>
      <p:ext uri="{BB962C8B-B14F-4D97-AF65-F5344CB8AC3E}">
        <p14:creationId xmlns:p14="http://schemas.microsoft.com/office/powerpoint/2010/main" val="1064693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F8140D-DAFD-4802-B888-E03938A05F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778" y="993422"/>
            <a:ext cx="11128022" cy="51835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Pernas</a:t>
            </a:r>
          </a:p>
          <a:p>
            <a:r>
              <a:rPr lang="pt-BR" dirty="0"/>
              <a:t>Afastadas</a:t>
            </a:r>
          </a:p>
          <a:p>
            <a:r>
              <a:rPr lang="pt-BR" dirty="0"/>
              <a:t>Flexionadas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/>
              <a:t>Analogia</a:t>
            </a:r>
          </a:p>
          <a:p>
            <a:pPr>
              <a:buFontTx/>
              <a:buChar char="-"/>
            </a:pPr>
            <a:r>
              <a:rPr lang="pt-BR" dirty="0"/>
              <a:t>Beisebol</a:t>
            </a:r>
          </a:p>
          <a:p>
            <a:pPr>
              <a:buFontTx/>
              <a:buChar char="-"/>
            </a:pPr>
            <a:r>
              <a:rPr lang="pt-BR" dirty="0"/>
              <a:t>Parede</a:t>
            </a:r>
          </a:p>
          <a:p>
            <a:pPr>
              <a:buFontTx/>
              <a:buChar char="-"/>
            </a:pPr>
            <a:r>
              <a:rPr lang="pt-BR" dirty="0"/>
              <a:t>“Saqueiro”</a:t>
            </a:r>
          </a:p>
          <a:p>
            <a:endParaRPr lang="pt-BR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C41F77B-B14D-4EDA-A826-ECA28583DC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4266" y="-152401"/>
            <a:ext cx="9110133" cy="6869040"/>
          </a:xfrm>
          <a:prstGeom prst="rect">
            <a:avLst/>
          </a:prstGeom>
          <a:noFill/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D5D05941-CDE1-42B9-B487-89BA069FAE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791"/>
          <a:stretch/>
        </p:blipFill>
        <p:spPr bwMode="auto">
          <a:xfrm>
            <a:off x="3234266" y="-152401"/>
            <a:ext cx="9110133" cy="3105422"/>
          </a:xfrm>
          <a:prstGeom prst="rect">
            <a:avLst/>
          </a:prstGeom>
          <a:noFill/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1014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16764E-5ADA-4175-B6FB-585047B75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Leituras de apoio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8E3308B-9FF6-4EC7-88D9-C812E3870E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hlinkClick r:id="rId2"/>
              </a:rPr>
              <a:t>https://www.dicaseducacaofisica.info/manchete-voleibol/</a:t>
            </a:r>
            <a:endParaRPr lang="pt-BR" dirty="0"/>
          </a:p>
          <a:p>
            <a:r>
              <a:rPr lang="pt-BR">
                <a:hlinkClick r:id="rId3"/>
              </a:rPr>
              <a:t>http://portaldoprofessor.mec.gov.br/fichaTecnicaAula.html?aula=15144</a:t>
            </a:r>
            <a:endParaRPr lang="pt-BR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38231974"/>
      </p:ext>
    </p:extLst>
  </p:cSld>
  <p:clrMapOvr>
    <a:masterClrMapping/>
  </p:clrMapOvr>
</p:sld>
</file>

<file path=ppt/theme/theme1.xml><?xml version="1.0" encoding="utf-8"?>
<a:theme xmlns:a="http://schemas.openxmlformats.org/drawingml/2006/main" name="Profundidade">
  <a:themeElements>
    <a:clrScheme name="Profundidade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Profundidade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fundida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Profundidade</Template>
  <TotalTime>431</TotalTime>
  <Words>90</Words>
  <Application>Microsoft Office PowerPoint</Application>
  <PresentationFormat>Widescreen</PresentationFormat>
  <Paragraphs>24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0" baseType="lpstr">
      <vt:lpstr>Arial</vt:lpstr>
      <vt:lpstr>Corbel</vt:lpstr>
      <vt:lpstr>Profundidade</vt:lpstr>
      <vt:lpstr>Apresentação do PowerPoint</vt:lpstr>
      <vt:lpstr>Quando usar?</vt:lpstr>
      <vt:lpstr>Técnica</vt:lpstr>
      <vt:lpstr>Por que no antebraço? </vt:lpstr>
      <vt:lpstr> Erro comum</vt:lpstr>
      <vt:lpstr>Apresentação do PowerPoint</vt:lpstr>
      <vt:lpstr>Leituras de apoio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Edson China Hirata</dc:creator>
  <cp:lastModifiedBy>edson China hirata</cp:lastModifiedBy>
  <cp:revision>10</cp:revision>
  <dcterms:created xsi:type="dcterms:W3CDTF">2021-02-28T03:27:57Z</dcterms:created>
  <dcterms:modified xsi:type="dcterms:W3CDTF">2022-04-14T11:33:15Z</dcterms:modified>
</cp:coreProperties>
</file>